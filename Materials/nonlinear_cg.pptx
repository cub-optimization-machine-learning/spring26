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7" r:id="rId2"/>
    <p:sldId id="278" r:id="rId3"/>
    <p:sldId id="281" r:id="rId4"/>
    <p:sldId id="279" r:id="rId5"/>
    <p:sldId id="280" r:id="rId6"/>
    <p:sldId id="282" r:id="rId7"/>
    <p:sldId id="283" r:id="rId8"/>
    <p:sldId id="284" r:id="rId9"/>
    <p:sldId id="285" r:id="rId10"/>
    <p:sldId id="286" r:id="rId11"/>
    <p:sldId id="28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0719" autoAdjust="0"/>
  </p:normalViewPr>
  <p:slideViewPr>
    <p:cSldViewPr snapToGrid="0">
      <p:cViewPr varScale="1">
        <p:scale>
          <a:sx n="60" d="100"/>
          <a:sy n="60" d="100"/>
        </p:scale>
        <p:origin x="12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tmp"/><Relationship Id="rId4" Type="http://schemas.openxmlformats.org/officeDocument/2006/relationships/image" Target="../media/image9.tm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tmp"/><Relationship Id="rId4" Type="http://schemas.openxmlformats.org/officeDocument/2006/relationships/image" Target="../media/image17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E55AB-6FBF-B0C9-8397-B1AFFFCA7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842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Non-linear Conjugate Gradient Method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54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FAE22-EBF0-CFB6-1DF4-7386590B7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CG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131F3F-C2F4-24B6-91E0-594CE8543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24569"/>
            <a:ext cx="5723448" cy="388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68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D6178-9322-0BF4-B73F-FBEDD2B1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CG performance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79A953-798D-734E-70B2-556374D97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57" y="3041067"/>
            <a:ext cx="5415481" cy="377971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87F385-FD19-966A-DBB1-7D1BAD0F3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046" y="3102981"/>
            <a:ext cx="5326097" cy="371425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3E174D-F5DD-D44A-8870-D1BBF1B590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11" y="1646053"/>
            <a:ext cx="3749874" cy="75172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99E64E-56B9-A437-8931-5C969ECFAA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793" y="1434004"/>
            <a:ext cx="7860677" cy="130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726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EE41A-3EB7-96E8-F133-5C877B47A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Fletcher-Reeves method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421064-DE4D-C97B-B66B-B2FADEA55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66" y="2558543"/>
            <a:ext cx="7884571" cy="4019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DDA1D5-5B6F-F43A-EECD-313879D68D89}"/>
              </a:ext>
            </a:extLst>
          </p:cNvPr>
          <p:cNvSpPr txBox="1"/>
          <p:nvPr/>
        </p:nvSpPr>
        <p:spPr>
          <a:xfrm>
            <a:off x="838199" y="1429078"/>
            <a:ext cx="1007080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Idea: take linear CG scheme and change the corresponding parts for arbitrary function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039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A7B0F-4F01-7FEB-471E-755A5DBDC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08899-5C4A-CE6E-45EB-F68B26634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Fletcher-Reeves and descent direction 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44B624-094B-46C7-BCEB-35A66F5F1E86}"/>
              </a:ext>
            </a:extLst>
          </p:cNvPr>
          <p:cNvSpPr txBox="1"/>
          <p:nvPr/>
        </p:nvSpPr>
        <p:spPr>
          <a:xfrm>
            <a:off x="838200" y="1429078"/>
            <a:ext cx="1724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Example: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329615-9F6F-19A8-CCB1-93FE60E31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776" y="1316018"/>
            <a:ext cx="4244801" cy="8211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B63AB95-89E0-867A-A6A1-F310E26BE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92" y="2158410"/>
            <a:ext cx="3175163" cy="19114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0F54E34-22CB-F29B-66E1-C3BEACEA48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625" y="2190309"/>
            <a:ext cx="3590877" cy="397749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83B0679-0786-E159-DF0E-FFADE2EAC8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375" y="2183072"/>
            <a:ext cx="3522099" cy="39741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F64EE7E-7ED6-85ED-341A-8A3B4170362F}"/>
              </a:ext>
            </a:extLst>
          </p:cNvPr>
          <p:cNvSpPr txBox="1"/>
          <p:nvPr/>
        </p:nvSpPr>
        <p:spPr>
          <a:xfrm>
            <a:off x="838200" y="6164114"/>
            <a:ext cx="9486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Descent direction in FR method: use Armijo/Wolfe with c2 &lt; 0.5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4417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20EFB-E676-D517-68FE-A21B4500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non-linear CG methods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CFB2EF-237C-5F68-9A53-F7CD317BE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8788"/>
            <a:ext cx="7993322" cy="30768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995752-E162-D819-FA48-8CDA75EAF195}"/>
              </a:ext>
            </a:extLst>
          </p:cNvPr>
          <p:cNvSpPr txBox="1"/>
          <p:nvPr/>
        </p:nvSpPr>
        <p:spPr>
          <a:xfrm>
            <a:off x="838200" y="1429078"/>
            <a:ext cx="7370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Use FR scheme with different formula for beta: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79642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2CFFE-FDC1-090C-E7B2-DFC5670F6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D207C-FA6B-E1E3-B53B-588D8B18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non-linear CG methods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85C54-75CF-86AE-23AC-D23F9AE57851}"/>
              </a:ext>
            </a:extLst>
          </p:cNvPr>
          <p:cNvSpPr txBox="1"/>
          <p:nvPr/>
        </p:nvSpPr>
        <p:spPr>
          <a:xfrm>
            <a:off x="838200" y="1429078"/>
            <a:ext cx="7370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Use the idea of restarts: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B811298-3A5B-4190-30F0-AD554D645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98641"/>
            <a:ext cx="9835600" cy="61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074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64F3C-59C7-55C1-ED89-9C7AEA44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 vs PR vs </a:t>
            </a:r>
            <a:r>
              <a:rPr lang="en-US" dirty="0" err="1"/>
              <a:t>PR+restart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B518D7-5CE6-E8DC-C466-8CDB32607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6" y="2129752"/>
            <a:ext cx="7508289" cy="277503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6C3A38-E964-5A71-D317-AE3E488CC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724" y="2087655"/>
            <a:ext cx="4294760" cy="298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14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F9593-0648-AF13-5C7B-B2505126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Rosenbrock function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0E2000-0254-BF43-330E-AAFE4FA52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99" y="1669422"/>
            <a:ext cx="5521424" cy="5740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EA7B1E-2442-828C-FBE5-83CC4120C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60" y="4663934"/>
            <a:ext cx="2615580" cy="181826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7361A4D-89B0-180B-E58C-F03CE309C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98" y="2448482"/>
            <a:ext cx="3179351" cy="166267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1978244-8201-DF83-F324-A07DF1043D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466" y="2555136"/>
            <a:ext cx="5424483" cy="373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90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BD6B2-85DA-FFB6-076A-62AFFDE5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logistic regression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C8DC5D-415C-EDFC-F98C-495F53584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487" y="2639321"/>
            <a:ext cx="5988251" cy="409108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30CB52-7B37-FD2F-C167-1C1A66AA7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17" y="1423557"/>
            <a:ext cx="6854882" cy="95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43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B4796-8B8F-9BC6-92EC-8E6CB8369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CG vs GD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A1C3E8-0DC3-D6F0-E340-696357121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99" y="2524185"/>
            <a:ext cx="10170204" cy="56671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213C65-0C85-AB2C-194C-524C20AE8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37344"/>
            <a:ext cx="10370844" cy="56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703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86</Words>
  <Application>Microsoft Office PowerPoint</Application>
  <PresentationFormat>Широкоэкранный</PresentationFormat>
  <Paragraphs>16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Non-linear Conjugate Gradient Method</vt:lpstr>
      <vt:lpstr>Linear CG</vt:lpstr>
      <vt:lpstr>Linear CG performance</vt:lpstr>
      <vt:lpstr>Fletcher-Reeves method </vt:lpstr>
      <vt:lpstr>Fletcher-Reeves and descent direction </vt:lpstr>
      <vt:lpstr>Alternative non-linear CG methods</vt:lpstr>
      <vt:lpstr>Alternative non-linear CG methods</vt:lpstr>
      <vt:lpstr>FR vs PR vs PR+restart</vt:lpstr>
      <vt:lpstr>Example: Rosenbrock function</vt:lpstr>
      <vt:lpstr>Example: logistic regression</vt:lpstr>
      <vt:lpstr>CG vs GD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Dmitry Kropotov</cp:lastModifiedBy>
  <cp:revision>200</cp:revision>
  <dcterms:created xsi:type="dcterms:W3CDTF">2016-07-15T17:21:31Z</dcterms:created>
  <dcterms:modified xsi:type="dcterms:W3CDTF">2026-03-09T12:25:59Z</dcterms:modified>
</cp:coreProperties>
</file>